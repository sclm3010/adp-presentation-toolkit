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5aa6d33899423a" /><Relationship Type="http://schemas.openxmlformats.org/officeDocument/2006/relationships/extended-properties" Target="/docProps/app.xml" Id="Rdadebd46a14c4255" /><Relationship Type="http://schemas.openxmlformats.org/officeDocument/2006/relationships/officeDocument" Target="/ppt/presentation.xml" Id="R75e40840cbdd43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28aed895664008"/>
  </p:sldMasterIdLst>
  <p:notesMasterIdLst>
    <p:notesMasterId xmlns:r="http://schemas.openxmlformats.org/officeDocument/2006/relationships" r:id="R30d4337038204238"/>
  </p:notesMasterIdLst>
  <p:sldIdLst>
    <p:sldId xmlns:r="http://schemas.openxmlformats.org/officeDocument/2006/relationships" id="256" r:id="Rfed741af86964b70"/>
    <p:sldId xmlns:r="http://schemas.openxmlformats.org/officeDocument/2006/relationships" id="257" r:id="R8db7378db769477a"/>
    <p:sldId xmlns:r="http://schemas.openxmlformats.org/officeDocument/2006/relationships" id="258" r:id="R4e914275cb874de8"/>
    <p:sldId xmlns:r="http://schemas.openxmlformats.org/officeDocument/2006/relationships" id="259" r:id="R3ecf01af51774518"/>
    <p:sldId xmlns:r="http://schemas.openxmlformats.org/officeDocument/2006/relationships" id="260" r:id="Rebe96e57420d40ac"/>
    <p:sldId xmlns:r="http://schemas.openxmlformats.org/officeDocument/2006/relationships" id="261" r:id="R997f848a392a4fb2"/>
    <p:sldId xmlns:r="http://schemas.openxmlformats.org/officeDocument/2006/relationships" id="262" r:id="R78dd98993bce4c33"/>
    <p:sldId xmlns:r="http://schemas.openxmlformats.org/officeDocument/2006/relationships" id="263" r:id="R4771801331dc4dbf"/>
    <p:sldId xmlns:r="http://schemas.openxmlformats.org/officeDocument/2006/relationships" id="264" r:id="R1adcf0aa81364d9b"/>
    <p:sldId xmlns:r="http://schemas.openxmlformats.org/officeDocument/2006/relationships" id="265" r:id="R708a4bba41c846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0ed811ab364871" /><Relationship Type="http://schemas.openxmlformats.org/officeDocument/2006/relationships/slideMaster" Target="/ppt/slideMasters/slideMaster1.xml" Id="R8d28aed895664008" /><Relationship Type="http://schemas.openxmlformats.org/officeDocument/2006/relationships/notesMaster" Target="/ppt/notesMasters/notesMaster1.xml" Id="R30d4337038204238" /><Relationship Type="http://schemas.openxmlformats.org/officeDocument/2006/relationships/presProps" Target="/ppt/presProps.xml" Id="R2473937fc6334159" /><Relationship Type="http://schemas.openxmlformats.org/officeDocument/2006/relationships/tableStyles" Target="/ppt/tableStyles.xml" Id="R11a533d551614ce7" /><Relationship Type="http://schemas.openxmlformats.org/officeDocument/2006/relationships/slide" Target="/ppt/slides/slide1.xml" Id="Rfed741af86964b70" /><Relationship Type="http://schemas.openxmlformats.org/officeDocument/2006/relationships/slide" Target="/ppt/slides/slide2.xml" Id="R8db7378db769477a" /><Relationship Type="http://schemas.openxmlformats.org/officeDocument/2006/relationships/slide" Target="/ppt/slides/slide3.xml" Id="R4e914275cb874de8" /><Relationship Type="http://schemas.openxmlformats.org/officeDocument/2006/relationships/slide" Target="/ppt/slides/slide4.xml" Id="R3ecf01af51774518" /><Relationship Type="http://schemas.openxmlformats.org/officeDocument/2006/relationships/slide" Target="/ppt/slides/slide5.xml" Id="Rebe96e57420d40ac" /><Relationship Type="http://schemas.openxmlformats.org/officeDocument/2006/relationships/slide" Target="/ppt/slides/slide6.xml" Id="R997f848a392a4fb2" /><Relationship Type="http://schemas.openxmlformats.org/officeDocument/2006/relationships/slide" Target="/ppt/slides/slide7.xml" Id="R78dd98993bce4c33" /><Relationship Type="http://schemas.openxmlformats.org/officeDocument/2006/relationships/slide" Target="/ppt/slides/slide8.xml" Id="R4771801331dc4dbf" /><Relationship Type="http://schemas.openxmlformats.org/officeDocument/2006/relationships/slide" Target="/ppt/slides/slide9.xml" Id="R1adcf0aa81364d9b" /><Relationship Type="http://schemas.openxmlformats.org/officeDocument/2006/relationships/slide" Target="/ppt/slides/slide10.xml" Id="R708a4bba41c846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9fca31c6244e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539eb37c4c4ac0" /><Relationship Type="http://schemas.openxmlformats.org/officeDocument/2006/relationships/notesMaster" Target="/ppt/notesMasters/notesMaster1.xml" Id="R881d5638a1ce4b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88a1fb182e4e2e" /><Relationship Type="http://schemas.openxmlformats.org/officeDocument/2006/relationships/notesMaster" Target="/ppt/notesMasters/notesMaster1.xml" Id="Rf84a3219f54e4e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08e7eca9ad4f77" /><Relationship Type="http://schemas.openxmlformats.org/officeDocument/2006/relationships/notesMaster" Target="/ppt/notesMasters/notesMaster1.xml" Id="R7cab0b67c571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113390221d4b8e" /><Relationship Type="http://schemas.openxmlformats.org/officeDocument/2006/relationships/notesMaster" Target="/ppt/notesMasters/notesMaster1.xml" Id="Rd07fa84afc9e42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2da3af00404a44" /><Relationship Type="http://schemas.openxmlformats.org/officeDocument/2006/relationships/notesMaster" Target="/ppt/notesMasters/notesMaster1.xml" Id="R68836041f1124b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c9465987c4b8a" /><Relationship Type="http://schemas.openxmlformats.org/officeDocument/2006/relationships/notesMaster" Target="/ppt/notesMasters/notesMaster1.xml" Id="R8e7a3fc4858a4b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a33b3f95cf4686" /><Relationship Type="http://schemas.openxmlformats.org/officeDocument/2006/relationships/notesMaster" Target="/ppt/notesMasters/notesMaster1.xml" Id="R9553e271363a49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f2854ecced458b" /><Relationship Type="http://schemas.openxmlformats.org/officeDocument/2006/relationships/notesMaster" Target="/ppt/notesMasters/notesMaster1.xml" Id="R9c82b4f4e0bd49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bb30443d9d4a9d" /><Relationship Type="http://schemas.openxmlformats.org/officeDocument/2006/relationships/notesMaster" Target="/ppt/notesMasters/notesMaster1.xml" Id="R0a74d4a87e5848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9bbe7799534b50" /><Relationship Type="http://schemas.openxmlformats.org/officeDocument/2006/relationships/notesMaster" Target="/ppt/notesMasters/notesMaster1.xml" Id="Rb44522831192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老师好，我汇报的论文是 Value Iteration Adaptive Dynamic Programming for Optimal Control of Discrete-Time Nonlinear Systems。我的一句话理解是：这篇论文不是只讨论值函数最终收敛，而是关注 value iteration ADP 在有限迭代停止后，控制律是否稳定、是否真正能用。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论文研究的是离散时间非线性系统。系统状态满足 x_{k+1}=F(x_k,u_k)，性能指标是从当前时刻到无穷远的效用函数累加。控制目标是找到一个反馈控制律，使系统稳定，同时最小化长期代价。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作者指出传统 value iteration 有三个问题：零初始条件不够一般，理论上需要无限迭代，有限步得到的控制律不一定稳定。这篇论文最核心的切入点是第三点，即算法停止时控制律是否 admissible。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算法从一个正半定初始值函数开始。每一轮先用当前值函数求控制律，再用得到的控制律更新值函数。也就是值函数指导控制律，控制律反过来更新值函数。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这里是两个核心公式。第一个公式用当前值函数求控制律，考虑当前效用和下一状态的未来代价。第二个公式用得到的控制律更新值函数。汇报时不需要逐项推导，重点讲它们是交替更新关系。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论文证明初始值函数不必局限于零。只要初始值函数是正半定的，迭代值函数最终收敛到最优值函数。不同初始值函数会带来不同的收敛路径，但最终目标一致。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这是我认为论文最重要的部分。传统算法只看值函数是否收敛，但这不保证当前控制律稳定。本文加入 admissibility 终止准则，满足后可以证明当前控制律是 admissible 的，也就是稳定且性能指标有限。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仿真部分用了两个例子：离散化倒立摆和扭转摆。它们验证了两点：不同初始函数下值函数可以收敛；更重要的是，只看传统收敛准则可能得到不稳定控制律，所以 admissibility 终止准则是必要的。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我的理解是，这篇论文的核心贡献不是简单提出一个新的 value iteration 更新公式，而是把 value iteration ADP 从理论上的最终收敛推进到有限迭代停止后控制律仍然可用。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后续如果继续深入，我建议先复现倒立摆例子。重点不是单纯画出值函数收敛曲线，而是对比只用传统收敛准则和加入 admissibility 准则时，系统状态轨迹是否稳定。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90010e5ba43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c1dcf0c3ae426f" /><Relationship Type="http://schemas.openxmlformats.org/officeDocument/2006/relationships/slideLayout" Target="/ppt/slideLayouts/slideLayout1.xml" Id="R22933329b36e41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33329b36e41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4662762e54183" /><Relationship Type="http://schemas.openxmlformats.org/officeDocument/2006/relationships/notesSlide" Target="/ppt/notesSlides/notesSlide1.xml" Id="R0cfeb0abb511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f0fe2c37740aa" /><Relationship Type="http://schemas.openxmlformats.org/officeDocument/2006/relationships/image" Target="/ppt/media/image.png" Id="Rb6da990d783a4e13" /><Relationship Type="http://schemas.openxmlformats.org/officeDocument/2006/relationships/image" Target="/ppt/media/image2.png" Id="Rd09c62f8029f47a7" /><Relationship Type="http://schemas.openxmlformats.org/officeDocument/2006/relationships/notesSlide" Target="/ppt/notesSlides/notesSlide2.xml" Id="R06cfa9f4f80c4d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fe1dcb2d24dc5" /><Relationship Type="http://schemas.openxmlformats.org/officeDocument/2006/relationships/notesSlide" Target="/ppt/notesSlides/notesSlide3.xml" Id="R8895fb4bb88b41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4d2d874954361" /><Relationship Type="http://schemas.openxmlformats.org/officeDocument/2006/relationships/notesSlide" Target="/ppt/notesSlides/notesSlide4.xml" Id="Re6c10767e4ad4f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deece1034481e" /><Relationship Type="http://schemas.openxmlformats.org/officeDocument/2006/relationships/image" Target="/ppt/media/image3.png" Id="Rc71e5519283e4173" /><Relationship Type="http://schemas.openxmlformats.org/officeDocument/2006/relationships/image" Target="/ppt/media/image4.png" Id="Rfc0f4ac8de30435b" /><Relationship Type="http://schemas.openxmlformats.org/officeDocument/2006/relationships/notesSlide" Target="/ppt/notesSlides/notesSlide5.xml" Id="Rf05eb5904a5145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3aaaa0e784330" /><Relationship Type="http://schemas.openxmlformats.org/officeDocument/2006/relationships/image" Target="/ppt/media/image5.png" Id="Rb0ddf27fb5d14208" /><Relationship Type="http://schemas.openxmlformats.org/officeDocument/2006/relationships/notesSlide" Target="/ppt/notesSlides/notesSlide6.xml" Id="R5c3732625dda44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a2c11b4ed43bb" /><Relationship Type="http://schemas.openxmlformats.org/officeDocument/2006/relationships/image" Target="/ppt/media/image6.png" Id="R01169991731d4a2a" /><Relationship Type="http://schemas.openxmlformats.org/officeDocument/2006/relationships/image" Target="/ppt/media/image7.png" Id="R24c26d83a4104b5b" /><Relationship Type="http://schemas.openxmlformats.org/officeDocument/2006/relationships/notesSlide" Target="/ppt/notesSlides/notesSlide7.xml" Id="Reb915a05c64a4b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f9bd25a164533" /><Relationship Type="http://schemas.openxmlformats.org/officeDocument/2006/relationships/notesSlide" Target="/ppt/notesSlides/notesSlide8.xml" Id="Rafa8cb21f75844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b47d2a8584687" /><Relationship Type="http://schemas.openxmlformats.org/officeDocument/2006/relationships/notesSlide" Target="/ppt/notesSlides/notesSlide9.xml" Id="Rab869fc5015b4c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1ea86dee042d3" /><Relationship Type="http://schemas.openxmlformats.org/officeDocument/2006/relationships/notesSlide" Target="/ppt/notesSlides/notesSlide10.xml" Id="Rdb6dcbb12d7345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A0DC55-9A9A-4CC4-AC92-4DA778F8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C2FB0-A81D-469D-AA0F-7F0BBC09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BD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BD7FF"/>
                </a:solidFill>
                <a:latin typeface="Aptos"/>
                <a:ea typeface="Aptos"/>
                <a:cs typeface="Aptos"/>
              </a:rPr>
              <a:t>论文汇报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BE08D-6907-42F8-ADA9-0546C37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Iteration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3BFD3-40B6-4689-AB9C-559CBF1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CEBFF"/>
                </a:solidFill>
                <a:latin typeface="Aptos"/>
                <a:ea typeface="Aptos"/>
                <a:cs typeface="Aptos"/>
              </a:rPr>
              <a:t>离散时间非线性系统的最优控制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E431B-8CD6-4D47-904C-2EF49F1B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一句话总结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1677F-3895-45DA-B106-6AD21785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这篇论文关注 value iteration ADP 在有限迭代停止后，得到的控制律是否稳定、是否可用。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C59B1-31F3-4671-ABE5-38AAB907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47625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9F2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146BF-1A99-40D4-BB87-8CA69EBB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EDB77-5B9A-441F-BD21-1B0FA5FB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2437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9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9A6A"/>
                </a:solidFill>
                <a:latin typeface="Aptos"/>
                <a:ea typeface="Aptos"/>
                <a:cs typeface="Aptos"/>
              </a:rPr>
              <a:t>汇报主线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68F03-45E3-4FBE-B373-2E8A21FE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62525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问题建模 -&gt; 传统 VI 不足 -&gt; 算法更新 -&gt; 收敛性 -&gt; admissibility -&gt; 仿真与理解</a:t>
            </a:r>
          </a:p>
        </p:txBody>
      </p:sp>
    </p:spTree>
    <p:extLst>
      <p:ext uri="{BB962C8B-B14F-4D97-AF65-F5344CB8AC3E}">
        <p14:creationId xmlns:p14="http://schemas.microsoft.com/office/powerpoint/2010/main" val="1346772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AFF416-843A-4932-BBD1-F8DFEBA5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RESEARCH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F12C5-84DB-46D0-8684-B25B7EC6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研究问题是离散时间非线性系统的最优控制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7EE54-85B9-4017-8E78-5B8E3BCF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FFE5F-FD8F-4BCF-824C-08F8723C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6E8A4-E09B-4C64-B30E-1BCA59D4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CADA4-7530-4691-BFAB-00A6C30B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714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F867C-9482-450E-B4B3-05A2B03F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E22A8-167C-4D82-8DD1-1E3E0D07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系统模型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C78C2-F0D8-4F46-A72D-27A9BA12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3181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状态由当前状态和控制输入共同决定。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97286-6442-40BF-A339-9AD58E0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571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a990d783a4e13"/>
          <a:stretch xmlns:a="http://schemas.openxmlformats.org/drawingml/2006/main"/>
        </p:blipFill>
        <p:spPr>
          <a:xfrm xmlns:a="http://schemas.openxmlformats.org/drawingml/2006/main">
            <a:off x="6887493" y="2247900"/>
            <a:ext cx="2227014" cy="590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19B60-6A7D-4EAA-83DD-0C92A9B8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714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9F2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17151-647B-46D0-BC29-412F8AE4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60B7A-57A8-467D-BD6A-5B001E2A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9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9A6A"/>
                </a:solidFill>
                <a:latin typeface="Aptos"/>
                <a:ea typeface="Aptos"/>
                <a:cs typeface="Aptos"/>
              </a:rPr>
              <a:t>性能指标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096EC-5E4A-4467-9F38-D8A41F0A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3181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无限时域无折扣累积代价，目标是最小化长期控制性能。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81128-3EE1-4385-B1A7-713F899A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571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c62f8029f47a7"/>
          <a:stretch xmlns:a="http://schemas.openxmlformats.org/drawingml/2006/main"/>
        </p:blipFill>
        <p:spPr>
          <a:xfrm xmlns:a="http://schemas.openxmlformats.org/drawingml/2006/main">
            <a:off x="6990467" y="4210050"/>
            <a:ext cx="2021066" cy="68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9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95112-49F4-4E1A-9682-F5DA6684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WHY THIS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12F12-8194-4CF4-B93B-6EAACFE0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传统 value iteration 的问题在有限停止时暴露出来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FA382-1ABB-4074-A141-C9658379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D29C2-F143-4881-B835-524928B6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FBE3D-E55E-4361-8540-FA0A7389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5EAA2-84ED-4813-BF5B-2B36B984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AAFF0-162C-40C1-86BA-EAED47E5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565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初始值函数常取 V_0(x)=0，条件比较特殊。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40626-EE69-41C0-BC85-ED6492F5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5FE50-B3BA-47E7-9EAC-6A8637D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565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理论最优依赖 i→∞，但实际系统必须有限步停止。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C122C-7248-4517-970B-B7C7B9BE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4AFBD-0FC7-4CA2-8E12-62881ACE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565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有限迭代得到的 v_i(x) 未必稳定，也未必 admissible。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95F00-EEEA-4C61-A220-1BDF96EC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285750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2EFE6-6C59-4640-8FF6-CCE2A94E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82E6B-272D-4BDE-8FE8-D0F6673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77900"/>
                </a:solidFill>
                <a:latin typeface="Aptos"/>
                <a:ea typeface="Aptos"/>
                <a:cs typeface="Aptos"/>
              </a:rPr>
              <a:t>本文切入点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9F658-876D-463C-992B-A7322A29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2324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关键问题不是“最终会不会收敛”，而是“现在停下来能不能用”。</a:t>
            </a:r>
          </a:p>
        </p:txBody>
      </p:sp>
    </p:spTree>
    <p:extLst>
      <p:ext uri="{BB962C8B-B14F-4D97-AF65-F5344CB8AC3E}">
        <p14:creationId xmlns:p14="http://schemas.microsoft.com/office/powerpoint/2010/main" val="1696870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96320-9946-4B60-A55B-4D8D4751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ALGORITHM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BEEEE-DB01-4FFE-8ABA-1B90414F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本文算法的核心是交替更新控制律和值函数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16258-3B2C-430C-997D-69B8A275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8A766-E40B-4CDB-9BD3-E8DC368A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D032B-F459-4220-AE23-7D4EFA3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6D21A-403B-45A3-8FAA-FCA5CE9C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241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B2DEB-DFA4-4D11-85B3-09284E05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00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给定正半定 V_0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523A9-ACD6-48A2-A67F-DC0F3D35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3845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22E55-C2E7-4983-814C-2659D5DD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5241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A8B73-6F52-4FD9-94E0-CFAA9F34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00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由 V_i 求 v_i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3BD4F-463F-4D26-AACE-2CE353D5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3845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94843-C8B2-40D9-AEB6-C9354C9F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241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C4029-0A03-4C35-A66F-36B751B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由 v_i 更新 V_{i+1}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1A103-FF56-4816-B504-C959B66C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ECFAE-15FF-41FE-99DF-BFFB0338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3052"/>
          </a:solidFill>
          <a:ln xmlns:a="http://schemas.openxmlformats.org/drawingml/2006/main" w="9525">
            <a:solidFill>
              <a:srgbClr val="1030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612F4-616B-4CEE-9D50-53396C4C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00350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检查终止准则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C1B15-60E0-4B34-9F60-8C398443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7630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37194-A9F7-4339-BE41-C924EBFB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8F2CE-1539-4D38-9012-10AD0062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24375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直观解释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F71FE-8DB9-446C-97E0-92F09D5E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625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当前值函数估计未来代价；控制律根据这个估计选择输入；再用新控制律更新长期代价估计。</a:t>
            </a:r>
          </a:p>
        </p:txBody>
      </p:sp>
    </p:spTree>
    <p:extLst>
      <p:ext uri="{BB962C8B-B14F-4D97-AF65-F5344CB8AC3E}">
        <p14:creationId xmlns:p14="http://schemas.microsoft.com/office/powerpoint/2010/main" val="736848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4C15E-D7FF-4E32-8B9D-A6E933E9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KEY FORMULAS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0714A-B412-4460-AA7B-732A606B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两个更新公式说明 value iteration ADP 怎样迭代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28BC6-1020-4734-9270-93BCF60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59EE7-9FE5-4F06-9C04-6F4C9DD6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590AA-DFB7-453C-A544-FF9E884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B7BEF-9CFE-4303-9C2E-1DC7C815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e5519283e4173"/>
          <a:stretch xmlns:a="http://schemas.openxmlformats.org/drawingml/2006/main"/>
        </p:blipFill>
        <p:spPr>
          <a:xfrm xmlns:a="http://schemas.openxmlformats.org/drawingml/2006/main">
            <a:off x="3639911" y="2209800"/>
            <a:ext cx="4912179" cy="72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F5279-EF08-4998-90F5-6B8B408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控制律更新：选取当前代价和未来代价之和最小的输入。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D5255-AA4C-471A-965F-0F344A42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9F2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f4ac8de30435b"/>
          <a:stretch xmlns:a="http://schemas.openxmlformats.org/drawingml/2006/main"/>
        </p:blipFill>
        <p:spPr>
          <a:xfrm xmlns:a="http://schemas.openxmlformats.org/drawingml/2006/main">
            <a:off x="2851533" y="4210050"/>
            <a:ext cx="6488935" cy="723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E628D-416D-4CBF-A3F4-461B6CA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值函数更新：用当前控制律把一步代价和下一状态价值累加。</a:t>
            </a:r>
          </a:p>
        </p:txBody>
      </p:sp>
    </p:spTree>
    <p:extLst>
      <p:ext uri="{BB962C8B-B14F-4D97-AF65-F5344CB8AC3E}">
        <p14:creationId xmlns:p14="http://schemas.microsoft.com/office/powerpoint/2010/main" val="1956756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79DB8-D0D1-4B1D-9550-3771355B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THEORETICAL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42386-376F-4B31-9064-A28894EB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理论结果放宽了 value iteration 的初始条件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CDE2D-3406-4189-8913-331961A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54D5D-F242-4386-B8A0-87D4A569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EADF8-DFB7-4A17-8BB8-31DFA8C0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A54C4-C2E6-4F56-BEDA-781CCDE2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953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df27fb5d14208"/>
          <a:stretch xmlns:a="http://schemas.openxmlformats.org/drawingml/2006/main"/>
        </p:blipFill>
        <p:spPr>
          <a:xfrm xmlns:a="http://schemas.openxmlformats.org/drawingml/2006/main">
            <a:off x="2324100" y="2305050"/>
            <a:ext cx="2400300" cy="685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6613C-AEE4-4B0D-9DB3-A719AFA5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CB5DA-3872-43FA-AF9B-EF65262F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不要求初始值函数必须为零。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4D9FD-DD74-47DA-B068-BCBA071D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F2ED9-D6FA-444C-A8FA-42F3968F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只要 V_0(x) 是正半定，V_i(x) 最终收敛到 J*(x)。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7715B-5B7A-42D7-BC65-4F7A920B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55B00-B827-4DD6-B09F-BE16FB30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不同初始函数会改变收敛路径，但不改变最终目标。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95952-6768-4073-9130-4F43E038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33337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9F2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431B0-2E05-4477-B99B-02768A7D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07E80-6F1A-4F81-8E5F-E7B464AF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2412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9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9A6A"/>
                </a:solidFill>
                <a:latin typeface="Aptos"/>
                <a:ea typeface="Aptos"/>
                <a:cs typeface="Aptos"/>
              </a:rPr>
              <a:t>收敛路径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E2B2B-EA98-4E1A-8C3B-F8E2BB5C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62275"/>
            <a:ext cx="2800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可能单调递增、单调递减，也可能非单调。论文重点是证明这些路径最终都指向最优值函数。</a:t>
            </a:r>
          </a:p>
        </p:txBody>
      </p:sp>
    </p:spTree>
    <p:extLst>
      <p:ext uri="{BB962C8B-B14F-4D97-AF65-F5344CB8AC3E}">
        <p14:creationId xmlns:p14="http://schemas.microsoft.com/office/powerpoint/2010/main" val="260235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D7EB8-7DB1-423B-A62E-BC302BB0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ADMISSIBILITY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02F88-8BFB-4956-ADBE-3BF293A0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新终止准则解决有限迭代控制律是否可用的问题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D6BBA-E3E5-4B11-85AC-4AB70CB3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EE8D3-950C-4E34-82D4-A5E5EE8A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0A9E2-1ED0-453D-BDD2-FCBE4ABC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0DD5C-270A-4890-A11C-5FC3DE01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95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94325-AEDE-4E88-BB50-F5DEFFE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5B359-DA58-460A-8A3F-E67B7051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77900"/>
                </a:solidFill>
                <a:latin typeface="Aptos"/>
                <a:ea typeface="Aptos"/>
                <a:cs typeface="Aptos"/>
              </a:rPr>
              <a:t>传统收敛准则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D21EF-31A9-42EF-946A-ACBA92AE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只能说明值函数变化很小，不能直接保证控制律稳定。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427AB-8182-4ABE-A327-E250A47E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69991731d4a2a"/>
          <a:stretch xmlns:a="http://schemas.openxmlformats.org/drawingml/2006/main"/>
        </p:blipFill>
        <p:spPr>
          <a:xfrm xmlns:a="http://schemas.openxmlformats.org/drawingml/2006/main">
            <a:off x="6739224" y="2400300"/>
            <a:ext cx="3095051" cy="5524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9377B-D5BB-4958-BDE7-F3513283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095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9F2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89C95-651D-4079-A3EE-CB1860FD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AB70A-0D01-441A-A7FD-B83092EB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9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9A6A"/>
                </a:solidFill>
                <a:latin typeface="Aptos"/>
                <a:ea typeface="Aptos"/>
                <a:cs typeface="Aptos"/>
              </a:rPr>
              <a:t>本文补充条件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BAC33-D644-4E61-BA3A-0E98D821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满足该条件后，可证明当前迭代控制律 v_i(x) 是 admissible。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68CA5-2AFA-499E-9504-0F96C5CC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9F2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6d83a4104b5b"/>
          <a:stretch xmlns:a="http://schemas.openxmlformats.org/drawingml/2006/main"/>
        </p:blipFill>
        <p:spPr>
          <a:xfrm xmlns:a="http://schemas.openxmlformats.org/drawingml/2006/main">
            <a:off x="6363159" y="4400550"/>
            <a:ext cx="3847182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34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F0D267-82BF-4B1A-AAA2-9CC9B7BB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SIMULATION STUDIES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B339-90DB-43E3-8D8F-23E5EEE8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仿真实验验证的重点是终止准则的必要性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DCA77-F500-4661-ADA3-84CFAD93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F4006-8A65-4BE1-A9E5-BA77071F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9F281-2F6B-4A8F-A1F3-39C8E742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235C3-FFC7-4D29-97C7-EDD0ADA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7625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53889-E2A0-4B27-A3F7-7EBD50F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70867-2820-40A9-9A67-56D8C496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离散化倒立摆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6049E-3A5D-429B-BB9E-AF644F14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4229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不同正半定初始值函数下，值函数都能收敛；满足双终止准则后控制律有效。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66C51-2FE8-447A-BF43-C5F1FD1C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7625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9F2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61BC8-642B-4507-86F6-9100AB8E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8C48E-5D08-44FF-9370-9E0E519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9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9A6A"/>
                </a:solidFill>
                <a:latin typeface="Aptos"/>
                <a:ea typeface="Aptos"/>
                <a:cs typeface="Aptos"/>
              </a:rPr>
              <a:t>离散化扭转摆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D2564-46FB-4429-AC52-425001A9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24400"/>
            <a:ext cx="4229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只满足传统收敛准则时，控制律可能仍不稳定；admissibility 条件能排除这种情况。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F31D7-A67D-4D4E-8996-D447907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04800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3052"/>
          </a:solidFill>
          <a:ln xmlns:a="http://schemas.openxmlformats.org/drawingml/2006/main" w="9525">
            <a:solidFill>
              <a:srgbClr val="1030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8D616-EAFF-4FBE-ADB0-6B66827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仿真的结论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FA671-FE12-4771-A11D-7887487A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不是只看曲线收敛，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而是验证停下来之后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控制律仍然可用。</a:t>
            </a:r>
          </a:p>
        </p:txBody>
      </p:sp>
    </p:spTree>
    <p:extLst>
      <p:ext uri="{BB962C8B-B14F-4D97-AF65-F5344CB8AC3E}">
        <p14:creationId xmlns:p14="http://schemas.microsoft.com/office/powerpoint/2010/main" val="68057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DD00B3-6925-4BEF-8150-18D54280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MY UNDERSTANDING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483DA-5D1C-419A-B2FD-BEA42CDD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我的理解是论文把 VI 从理论收敛推进到有限步可用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E92E-DD9D-4FDE-81F5-2960B03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79B92-082E-4875-B432-EB183F7D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104D6-379C-4D73-BEB6-875B0B5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11FEC-7D14-4FE8-A94F-6B0C9F08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92C8A-47B6-49D0-971A-34DD2A6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90750"/>
            <a:ext cx="632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传统分析更关注 i→∞ 时的最优性。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14EB6-7696-4342-961E-CA62FC9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FEE1F-C4AD-43EF-954F-55365DF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632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实际系统必须在有限步停止，因此要判断当前控制律是否可用。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08936-96DA-428D-BFA2-AF458F95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D46F9-661E-42C8-9714-8B2647F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76650"/>
            <a:ext cx="632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本文的 admissibility 分析补上了这个实际应用缺口。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03B60-4111-4A5A-93B4-1EF09494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76225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6F95B-BE61-4730-985A-C4200DD3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C5E06-BEBE-473C-A36A-47AD9B6E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一句话理解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B9DC7-3387-4EB9-80D5-D7E73F95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22288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这篇论文的价值不只是提出迭代公式，而是回答“什么时候可以安全停止”。</a:t>
            </a:r>
          </a:p>
        </p:txBody>
      </p:sp>
    </p:spTree>
    <p:extLst>
      <p:ext uri="{BB962C8B-B14F-4D97-AF65-F5344CB8AC3E}">
        <p14:creationId xmlns:p14="http://schemas.microsoft.com/office/powerpoint/2010/main" val="1333205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685D9-3C8F-4D94-90A1-114C2720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8F24D-59F2-4052-AF46-A53A8529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3052"/>
                </a:solidFill>
                <a:latin typeface="Aptos Display"/>
                <a:ea typeface="Aptos Display"/>
                <a:cs typeface="Aptos Display"/>
              </a:rPr>
              <a:t>后续可以先复现倒立摆例子来验证理解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E2724-E907-4A62-B93C-6A44627B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EBE01-D780-428D-A7B4-1F931627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D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D83"/>
                </a:solidFill>
                <a:latin typeface="Aptos"/>
                <a:ea typeface="Aptos"/>
                <a:cs typeface="Aptos"/>
              </a:rPr>
              <a:t>Wei, Liu &amp; Lin, IEEE Transactions on Cybernetics, 2016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4C4B4-BACE-42EB-AB65-7B06BCA8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30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305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C8E68-769E-48BD-8424-5DF6DF77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62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1AEA9-2A9A-4479-978E-417EBA94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47875"/>
            <a:ext cx="641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先实现系统模型、效用函数和 value iteration 更新。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91B22-9A09-41E3-A3AF-4C40317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47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28978-1EAE-49C6-B89D-82444053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33675"/>
            <a:ext cx="641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对比只用收敛准则与加入 admissibility 准则的停止结果。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C80E8-CC32-4BC3-91CD-207307FD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12C8E-E743-4527-9B01-76C58BA4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19475"/>
            <a:ext cx="641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观察系统状态轨迹是否稳定，而不只看值函数曲线。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AEC2F-92BB-4D9A-9BBD-A1788959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F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9BAED-4B57-40EB-BEC5-34192A63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05275"/>
            <a:ext cx="641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如果时间允许，再补充神经网络近似实现。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C280B-6085-4135-B5E7-A2E8B8F3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2667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9F2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54069-C003-482F-94EB-D88FC335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78600-23ED-47E4-97B0-1DAF4D57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9A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9A6A"/>
                </a:solidFill>
                <a:latin typeface="Aptos"/>
                <a:ea typeface="Aptos"/>
                <a:cs typeface="Aptos"/>
              </a:rPr>
              <a:t>向老师请教的问题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55CF0-B4D3-42C5-A99E-49ED54D6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133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复现时应优先关注理论判据，还是优先关注神经网络实现细节？</a:t>
            </a:r>
          </a:p>
        </p:txBody>
      </p:sp>
    </p:spTree>
    <p:extLst>
      <p:ext uri="{BB962C8B-B14F-4D97-AF65-F5344CB8AC3E}">
        <p14:creationId xmlns:p14="http://schemas.microsoft.com/office/powerpoint/2010/main" val="770333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2026-07-08T09:10:18.7070000Z</dcterms:created>
  <dcterms:modified xsi:type="dcterms:W3CDTF">2026-07-08T09:10:18.7070000Z</dcterms:modified>
</coreProperties>
</file>